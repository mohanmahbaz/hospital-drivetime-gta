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FE307-2C24-4D6C-B3FE-ACA09E7F6CF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2BA1E-9C1F-4C83-9B2E-BE24E57825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058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2BA1E-9C1F-4C83-9B2E-BE24E578256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082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900" y="472756"/>
            <a:ext cx="8069580" cy="2717484"/>
          </a:xfrm>
        </p:spPr>
        <p:txBody>
          <a:bodyPr>
            <a:normAutofit fontScale="90000"/>
          </a:bodyPr>
          <a:lstStyle/>
          <a:p>
            <a:r>
              <a:rPr sz="6000" dirty="0"/>
              <a:t>Hospital Drive-Time Access for Adults 65+</a:t>
            </a:r>
            <a:r>
              <a:rPr lang="en-CA" sz="6000" dirty="0"/>
              <a:t> in</a:t>
            </a:r>
            <a:r>
              <a:rPr sz="6000" dirty="0"/>
              <a:t> the GTA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573520" cy="230124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Presenter: </a:t>
            </a:r>
            <a:r>
              <a:rPr lang="en-US" dirty="0"/>
              <a:t>Mohan Mahbaz</a:t>
            </a:r>
          </a:p>
          <a:p>
            <a:r>
              <a:rPr lang="en-US" dirty="0"/>
              <a:t>Major: Honors Geomatics</a:t>
            </a:r>
          </a:p>
          <a:p>
            <a:r>
              <a:rPr lang="en-US" dirty="0"/>
              <a:t>Email: mmahbaz@uwaterloo.ca </a:t>
            </a:r>
            <a:endParaRPr dirty="0"/>
          </a:p>
          <a:p>
            <a:r>
              <a:rPr lang="en-US" dirty="0"/>
              <a:t>Created for: </a:t>
            </a:r>
            <a:r>
              <a:rPr dirty="0"/>
              <a:t>GIS Day 2025 – University of Waterloo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Purpose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285240"/>
            <a:ext cx="8503920" cy="482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Purpose </a:t>
            </a:r>
          </a:p>
          <a:p>
            <a:pPr>
              <a:buNone/>
            </a:pPr>
            <a:r>
              <a:rPr lang="en-US" sz="2000" dirty="0"/>
              <a:t>-  </a:t>
            </a:r>
            <a:r>
              <a:rPr lang="en-US" sz="2000" b="1" dirty="0"/>
              <a:t>Purpose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understand how long it takes to reach a hospital in the GTA and whether areas with more seniors have good access or face longer travel times.</a:t>
            </a:r>
          </a:p>
          <a:p>
            <a:pPr>
              <a:buNone/>
            </a:pPr>
            <a:r>
              <a:rPr lang="en-US" sz="2000" b="1" dirty="0"/>
              <a:t>Sources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Population Data: 2016 Census of Population – % of residents aged 65+ by census subdivision (Statistics Canada).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Road Network: 2016 Census Road Network accessed via Scholars </a:t>
            </a:r>
            <a:r>
              <a:rPr lang="en-US" sz="2000" dirty="0" err="1"/>
              <a:t>GeoPortal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Hospitals: Ontario Ministry of Health – Hospital locations accessed via Scholars </a:t>
            </a:r>
            <a:r>
              <a:rPr lang="en-US" sz="2000" dirty="0" err="1"/>
              <a:t>GeoPortal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Background: </a:t>
            </a:r>
            <a:r>
              <a:rPr lang="en-US" sz="2000" dirty="0" err="1"/>
              <a:t>Yadgir</a:t>
            </a:r>
            <a:r>
              <a:rPr lang="en-US" sz="2000" dirty="0"/>
              <a:t>, S. (2019). </a:t>
            </a:r>
            <a:r>
              <a:rPr lang="en-US" sz="2000" i="1" dirty="0"/>
              <a:t>Global variation in travel time to the nearest hospital</a:t>
            </a:r>
            <a:r>
              <a:rPr lang="en-US" sz="2000" dirty="0"/>
              <a:t>. University of Washington.</a:t>
            </a:r>
          </a:p>
          <a:p>
            <a:pPr>
              <a:buNone/>
            </a:pPr>
            <a:r>
              <a:rPr lang="en-US" sz="2000" b="1" dirty="0"/>
              <a:t>Tools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ArcGIS Pro 3.5.0 – Service Area (Network Analysis 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478"/>
            <a:ext cx="8229600" cy="751522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170C9-7D1B-8A11-F716-E6F0F49E6AEB}"/>
              </a:ext>
            </a:extLst>
          </p:cNvPr>
          <p:cNvSpPr txBox="1"/>
          <p:nvPr/>
        </p:nvSpPr>
        <p:spPr>
          <a:xfrm>
            <a:off x="254000" y="1442720"/>
            <a:ext cx="8890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Choropleth of % residents 65+ by subdivision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Service Area (5, 10, 15-min) from hospitals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Overlaid drive-times on the choropleth</a:t>
            </a:r>
          </a:p>
          <a:p>
            <a:pPr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901F-717F-D665-758B-51DEF4382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417638"/>
          </a:xfrm>
        </p:spPr>
        <p:txBody>
          <a:bodyPr/>
          <a:lstStyle/>
          <a:p>
            <a:r>
              <a:rPr lang="en-US" dirty="0"/>
              <a:t>Analysis 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47B984-E615-5FD4-6A2F-99ED4B4A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176468"/>
            <a:ext cx="8351520" cy="540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8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B0346A-594A-F6F7-75A5-516A2BF5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647"/>
            <a:ext cx="9144000" cy="591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079" y="160337"/>
            <a:ext cx="8229600" cy="1143000"/>
          </a:xfrm>
        </p:spPr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the GTA is covered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“In urban areas globally, the mean travel time to the nearest hospital is  </a:t>
            </a:r>
            <a:r>
              <a:rPr lang="en-US" b="1"/>
              <a:t>~</a:t>
            </a:r>
            <a:r>
              <a:rPr lang="en-US" b="1" dirty="0"/>
              <a:t>13 minutes </a:t>
            </a:r>
            <a:r>
              <a:rPr lang="en-US" dirty="0"/>
              <a:t>[</a:t>
            </a:r>
            <a:r>
              <a:rPr lang="en-US" dirty="0" err="1"/>
              <a:t>Yadgir</a:t>
            </a:r>
            <a:r>
              <a:rPr lang="en-US" dirty="0"/>
              <a:t>, S. 2019].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central Toronto</a:t>
            </a:r>
            <a:r>
              <a:rPr lang="en-US" dirty="0"/>
              <a:t>, my map shows </a:t>
            </a:r>
            <a:r>
              <a:rPr lang="en-US" b="1" dirty="0"/>
              <a:t>5–10 minutes</a:t>
            </a:r>
            <a:r>
              <a:rPr lang="en-US" dirty="0"/>
              <a:t> to the nearest hospital.</a:t>
            </a:r>
          </a:p>
          <a:p>
            <a:pPr>
              <a:buNone/>
            </a:pPr>
            <a:r>
              <a:rPr lang="en-US" dirty="0"/>
              <a:t>Suggestion for next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Rerun the analysis and place a hospital location in </a:t>
            </a:r>
            <a:r>
              <a:rPr lang="en-US" b="1" dirty="0"/>
              <a:t>Caledon, Brock, and Burlington</a:t>
            </a:r>
            <a:r>
              <a:rPr lang="en-US" dirty="0"/>
              <a:t> to test whether travel time drops </a:t>
            </a:r>
            <a:r>
              <a:rPr lang="en-US" b="1" dirty="0"/>
              <a:t>below 15 minutes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260</Words>
  <Application>Microsoft Office PowerPoint</Application>
  <PresentationFormat>On-screen Show (4:3)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Hospital Drive-Time Access for Adults 65+ in the GTA</vt:lpstr>
      <vt:lpstr>Purpose &amp; Data Sources</vt:lpstr>
      <vt:lpstr>Methods </vt:lpstr>
      <vt:lpstr>Analysis </vt:lpstr>
      <vt:lpstr>PowerPoint Presentation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smahbaz</cp:lastModifiedBy>
  <cp:revision>4</cp:revision>
  <dcterms:created xsi:type="dcterms:W3CDTF">2013-01-27T09:14:16Z</dcterms:created>
  <dcterms:modified xsi:type="dcterms:W3CDTF">2025-11-13T01:23:18Z</dcterms:modified>
  <cp:category/>
</cp:coreProperties>
</file>